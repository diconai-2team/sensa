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6868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E1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디코나이 · 산업안전 통합 관제 플랫폼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F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센서 모니터링 · 위험구역 확산 예측 · 알람 · AI 이상탐지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4663440"/>
            <a:ext cx="4754880" cy="914400"/>
          </a:xfrm>
          <a:prstGeom prst="roundRect">
            <a:avLst>
              <a:gd name="adj" fmla="val 6000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960120" y="4736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➕ 팀명 · 발표자 · 발표일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51389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OO팀 · 홍길동 · 2026.06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0" y="50292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B8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Django(daphne) · FastAPI · Celery · Redis · PostgreSQL · Kubernetes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정보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 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(디코나이)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링크 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➕ 배포 URL 작성 ]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기간   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➕ 기간 작성 ]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        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센서→판정→알람 지연 최소화, 위험구역 자동 확산·승격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53872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· 역할 (기여 경계)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822192"/>
          <a:ext cx="5157216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303580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(코드 기준)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[본인]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백엔드·인프라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지오펜스·생성기·실시간·K8s·관측·알람흐름·부하절감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 팀원]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Gas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가스 분류 임계(classify_gas)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 팀원]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Power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동적 임계(classify_power)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 팀원]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AI/Alarm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ARIMA · IsolationForest 알고리즘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715000"/>
            <a:ext cx="5486400" cy="640080"/>
          </a:xfrm>
          <a:prstGeom prst="roundRect">
            <a:avLst>
              <a:gd name="adj" fmla="val 11429"/>
            </a:avLst>
          </a:prstGeom>
          <a:solidFill>
            <a:srgbClr val="EAF3EE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578815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 </a:t>
            </a:r>
            <a:pPr indent="0" marL="0">
              <a:buNone/>
            </a:pPr>
            <a:r>
              <a:rPr lang="en-US" sz="100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주기 센서 데이터를 Django 단일 출처에서 판정·저장·방송하고, 가스 확산을 그레이엄 법칙으로 동적 위험구역화하는 실시간 산업안전 플랫폼.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137160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en-US" sz="1500" dirty="0"/>
          </a:p>
        </p:txBody>
      </p:sp>
      <p:pic>
        <p:nvPicPr>
          <p:cNvPr id="13" name="Image 0" descr="/home/claude/SenSa_아키텍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0432" y="1691640"/>
            <a:ext cx="3687097" cy="45720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09360" y="63550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고해상도 원본(PNG/SVG) 별도 제공 — 슬라이드 확대 시 교체 가능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COMPLETENESS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완성도 — API 기능 구현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구성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REST Framework 기반 — CRUD · 인증 · 실시간 수신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체인: InternalAPIKey(생성기) → JWT → Session (브라우저)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ViewSet(표준 CRUD) + APIView(센서 수신·지오펜스 판정) 혼합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수신은 csrf_exempt APIView — 생성기 X-Internal-API-Key 인증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6758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API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3959352"/>
          <a:ext cx="5157216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  <a:gridCol w="67665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엔드포인트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센서 수신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/dashboard/api/sensor-data/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지오펜스 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/dashboard/api/check-geofence/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CRUD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/api/devices/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알람 조회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/api/alarms/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33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[➕]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13232" y="5943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[➕] = curl/Insomnia 검증 결과(200/401/403) 기입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API 요청·응답 검증 스크린샷 ]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 또는 Insomnia 캡처 2~3장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(요청 본문 / 200·401·403 응답)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TECH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처리 — WebSocket / Channels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아키텍처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ASGI(daphne)로 구동 — HTTP + WebSocket 동시 처리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DashboardConsumer 1개 연결로 4그룹 구독(알람·작업자·센서·구역)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connect()에서 인증 확인 → 미인증 4001 차단 (Origin 검증 포함)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publishers._send 단일 통로 — 채널 장애 시 예외 흡수(저장 보호)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85876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/ 포인트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5074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 실패가 DB 저장·HTTP 응답을 죽이지 않음 (graceful degradation)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방송과 동시에 '최신 상태 캐시' 갱신 → 첫 로드 시 DB 조회 절감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발행 단일 출처 — 평가기 내부 1회 발행으로 중복 토스트 제거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Grafana 실시간 패널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 연결 수(ws_connections_active)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처리 지연(p95) 패널 캡처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 TECH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수집 &amp; AI 이상탐지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흐름 (임시저장소 없음)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생성기: scheduler 1초 틱 → httpx로 DRF에 직접 POST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생성기는 sim_state(값 연속성) 메모리만 — 큐·버퍼 없음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Django SensorDataView가 수신 후 내부에서 저장·분류·방송·평가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저장·AI는 5초 throttle(Redis SET NX EX), 방송·평가는 매 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99592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(경량 시계열)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5074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ARIMA(1,1,1): 잔차 3σ 이상탐지 (전력은 status를 caution으로 격상)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IsolationForest: 추세 예측 + 사후 검증(verify_predictions)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 부재 시 선형 외삽으로 graceful degrade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[➕ 팀원] 알고리즘 내부 파라미터·정확도 보강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흐름도 / AI 결과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1건 처리 흐름도(별도 제공) 또는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ARIMA·IF 탐지 그래프 / 예측 적중 캡처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 CORE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위험구역 확산 &amp; 알람 로직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위험구역 (그레이엄 확산)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그레이엄 법칙(v∝1/√M) — 가벼운 가스일수록 빨리 확산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convex hull 직접 구현(Andrew monotone chain, scipy 無)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승격: 이웃 센서 이상 누적 → 1개=confirmed, 3개=critical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 만료 + 회복 만료(최근 5건 normal)로 좀비 구역 방지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99592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(떨림·폭주 방지)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5074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hysteresis: 악화 즉시 / 회복 보수적(윈도우 10초·7회)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observed별 독립 윈도우 카운터 → V자 진동 차단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알람 60초 throttle, 억제 건수를 메트릭으로 노출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critical 승격·동적 위험구역 생성 시에만 Discord (caution 제외)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위험구역 확산 시각화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화면에서 zone 생성→확장→critical 승격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장면 / ZoneEvent 로그 캡처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CONCURRENCY &amp; 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 처리 &amp; 부하 절감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절감 게이트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_should_persist / _ai_due: device별 5초 창당 1회만 실행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cache.add = Redis SET NX EX(원자적) → 다중 Pod에서도 창당 1회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장애 시 실행(True) 폴백 — 데이터 유실 방지(안전 우선)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대량 백업·삭제는 Celery 오프로드 + 청크 처리(probe 보호)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1330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 / 복원력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state_store _graceful_redis: ConnectionError만 흡수, 그 외 전파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장애 시 기본 스냅샷 반환 → 판정 멈추지 않음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부수효과(방송·외부알림·메트릭) try/except 격리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부하 테스트(Locust) 그래프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전/후 Request Latency·RPS 비교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(예: 100명 8분 → 150명 5분)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MODEL &amp; PERF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 · 인덱싱 &amp; 성능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설계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SensorData: 가스9+전력3+온도 단일 테이블(조회 단순, sparse 감수)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인덱스 (device, -timestamp) → '최신 N건' 조회 최적화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Device.status 비정규화 — 상태 전이 시 즉시 save(평소 UPDATE 솎음)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GeoFence 정적+동적 통합 — point_in_polygon 진입 판정 공유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1330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/ 보존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DataRetentionPolicy로 오래된 측정 자동 정리(테이블 비대 방지)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neighbor_graph: 거리 행렬 메모리 캐시(O(N²), lazy load)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[➕ 팀원] 인덱스 전/후 쿼리 EXPLAIN·응답시간 수치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모델 코드 / 측정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models.py 인덱스 정의 스니펫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적용 전후 p95·RPS 표/그래프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&amp; 모니터링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Prometheus가 Pod IP 직접 scrape (django:8000 · celery:9809 · redis_exporter)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Celery prefork → multiprocess mode로 메트릭 합산(:9809)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Grafana 대시보드 · Alertmanager(alert_rules.yml) → Discord/Slack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생성·억제(throttle) 건수를 비즈니스 메트릭으로 노출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486400" cy="2240280"/>
          </a:xfrm>
          <a:prstGeom prst="roundRect">
            <a:avLst>
              <a:gd name="adj" fmla="val 3265"/>
            </a:avLst>
          </a:prstGeom>
          <a:solidFill>
            <a:srgbClr val="EAF3EE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133088"/>
            <a:ext cx="5157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겪고 해결한 운영 이슈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5074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ALLOWED_HOSTS 좁힘 → Prometheus scrape 400 → '*'로 해결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celery-metrics Service env(tcp://...) → 포트 방어 파싱으로 크래시 차단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49240" cy="4846320"/>
          </a:xfrm>
          <a:prstGeom prst="roundRect">
            <a:avLst>
              <a:gd name="adj" fmla="val 1132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0" y="34564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Grafana 대시보드 캡처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3858768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패널: 접속자 수 / p95 지연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RPS / 알람·억제 건수 / 타깃 상태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 &amp; HONESTY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· 배포 &amp; 솔직한 한계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2468880"/>
          </a:xfrm>
          <a:prstGeom prst="roundRect">
            <a:avLst>
              <a:gd name="adj" fmla="val 2963"/>
            </a:avLst>
          </a:prstGeom>
          <a:solidFill>
            <a:srgbClr val="F2F6F4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2704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/ 배포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83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kind 단일노드 · namespace sensa · HPA(django 2~5, CPU 70%)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ingress-nginx(입구) → daphne 직접 (앞단 별도 Nginx 없음)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 = initContainer 자동 실행 / 무중단 rolling update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redeploy.sh: build → push(localhost:5000) → set image → rollout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BF1E3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4133088"/>
            <a:ext cx="5065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솔직한 한계 &amp; 후속 (먼저 인정)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434840"/>
            <a:ext cx="4983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Redis/PostgreSQL = SPOF (데모 범위 단순화)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 3중 소스(코드·DB·JS) 단일화 / NotificationLog 동명 통합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C333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API 페이지네이션 · 시연 전용 라우트 정리 (발표 후)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5532120" cy="2468880"/>
          </a:xfrm>
          <a:prstGeom prst="roundRect">
            <a:avLst>
              <a:gd name="adj" fmla="val 2963"/>
            </a:avLst>
          </a:prstGeom>
          <a:solidFill>
            <a:srgbClr val="16302B"/>
          </a:solidFill>
          <a:ln w="9525">
            <a:solidFill>
              <a:srgbClr val="CBD8D2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554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1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설계 원칙 (4)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011680"/>
            <a:ext cx="5166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발행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알람은 평가기 한 곳에서만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graceful degradation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부수 실패가 본류를 안 막음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 게이트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무거운 작업은 throttle·오프로드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흔적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6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실제 겪은 사건이 코드·주석에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4023360"/>
            <a:ext cx="5532120" cy="2240280"/>
          </a:xfrm>
          <a:prstGeom prst="roundRect">
            <a:avLst>
              <a:gd name="adj" fmla="val 2449"/>
            </a:avLst>
          </a:prstGeom>
          <a:solidFill>
            <a:srgbClr val="FBF1E3"/>
          </a:solidFill>
          <a:ln w="15875">
            <a:solidFill>
              <a:srgbClr val="C2772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217920" y="4759452"/>
            <a:ext cx="5349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📷 데모 / Q&amp;A 마무리 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5161788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데모 화면 또는 감사 인사 슬라이드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A5B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(질의응답 대비: 코드방어 QA 문서 활용)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SenSa · 산업안전 통합 관제 플랫폼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SenSa 발표 템플릿</dc:title>
  <dc:subject>PptxGenJS Presentation</dc:subject>
  <dc:creator>SenSa Team</dc:creator>
  <cp:lastModifiedBy>SenSa Team</cp:lastModifiedBy>
  <cp:revision>1</cp:revision>
  <dcterms:created xsi:type="dcterms:W3CDTF">2026-06-09T05:10:11Z</dcterms:created>
  <dcterms:modified xsi:type="dcterms:W3CDTF">2026-06-09T05:10:11Z</dcterms:modified>
</cp:coreProperties>
</file>